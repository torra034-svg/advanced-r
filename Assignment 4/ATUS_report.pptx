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Assignment 4</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PUBH 7462 - Assignment 4</a:t>
            </a:r>
            <a:br/>
            <a:br/>
            <a:r>
              <a:rPr/>
              <a:t>Patrick Torralba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a:t>
            </a:r>
          </a:p>
        </p:txBody>
      </p:sp>
      <p:sp>
        <p:nvSpPr>
          <p:cNvPr id="3" name="Content Placeholder 2"/>
          <p:cNvSpPr>
            <a:spLocks noGrp="1"/>
          </p:cNvSpPr>
          <p:nvPr>
            <p:ph idx="1"/>
          </p:nvPr>
        </p:nvSpPr>
        <p:spPr/>
        <p:txBody>
          <a:bodyPr/>
          <a:lstStyle/>
          <a:p>
            <a:pPr lvl="0" indent="0" marL="0">
              <a:buNone/>
            </a:pPr>
            <a:r>
              <a:rPr/>
              <a:t>How does the amount of time spent sleeping per day vary by age group?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Methods</a:t>
            </a:r>
          </a:p>
        </p:txBody>
      </p:sp>
      <p:sp>
        <p:nvSpPr>
          <p:cNvPr id="3" name="Content Placeholder 2"/>
          <p:cNvSpPr>
            <a:spLocks noGrp="1"/>
          </p:cNvSpPr>
          <p:nvPr>
            <p:ph idx="1"/>
          </p:nvPr>
        </p:nvSpPr>
        <p:spPr/>
        <p:txBody>
          <a:bodyPr/>
          <a:lstStyle/>
          <a:p>
            <a:pPr lvl="0" indent="0" marL="0">
              <a:buNone/>
            </a:pPr>
            <a:r>
              <a:rPr/>
              <a:t>I created a table to show the mean, median, and standard deviation of the number of hours spent on sleeping for different age groups.</a:t>
            </a:r>
          </a:p>
          <a:p>
            <a:pPr lvl="0" indent="0" marL="0">
              <a:buNone/>
            </a:pPr>
            <a:r>
              <a:rPr/>
              <a:t>And, I also created a simple bar graph that shows the average sleeping hours by age group.</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Results</a:t>
            </a:r>
          </a:p>
        </p:txBody>
      </p:sp>
      <p:pic>
        <p:nvPicPr>
          <p:cNvPr descr="ATUS_report_files/figure-pptx/fig-sleep-1.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1: Average Sleep (Hours) by Age Group</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group with the highest and lowest daily sleep hours are 1-17 year olds and 40-59 year olds, respectively. Figure 1</a:t>
            </a:r>
          </a:p>
          <a:p>
            <a:pPr lvl="0" indent="0" marL="0">
              <a:buNone/>
            </a:pPr>
            <a:r>
              <a:rPr/>
              <a:t>The median didn’t vary too far from the mean, and the standard deviation for all groups is between 2.1-2.5 hours. Table 1</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a:t>
            </a:r>
          </a:p>
        </p:txBody>
      </p:sp>
      <p:sp>
        <p:nvSpPr>
          <p:cNvPr id="3" name="Content Placeholder 2"/>
          <p:cNvSpPr>
            <a:spLocks noGrp="1"/>
          </p:cNvSpPr>
          <p:nvPr>
            <p:ph idx="1"/>
          </p:nvPr>
        </p:nvSpPr>
        <p:spPr/>
        <p:txBody>
          <a:bodyPr/>
          <a:lstStyle/>
          <a:p>
            <a:pPr lvl="0"/>
            <a:r>
              <a:rPr/>
              <a:t>1-17 year age-group has the highest average daily sleep hours</a:t>
            </a:r>
          </a:p>
          <a:p>
            <a:pPr lvl="0"/>
            <a:r>
              <a:rPr/>
              <a:t>40-59 year age-group has the lowest average daily sleep hours</a:t>
            </a:r>
          </a:p>
          <a:p>
            <a:pPr lvl="0"/>
            <a:r>
              <a:rPr/>
              <a:t>Average and median values are roughly similar</a:t>
            </a:r>
          </a:p>
          <a:p>
            <a:pPr lvl="0" indent="0" marL="1270000">
              <a:buNone/>
            </a:pPr>
            <a:r>
              <a:rPr sz="2000" b="1"/>
              <a:t>Important</a:t>
            </a:r>
          </a:p>
          <a:p>
            <a:pPr lvl="0" indent="0" marL="1270000">
              <a:buNone/>
            </a:pPr>
            <a:r>
              <a:rPr sz="2000"/>
              <a:t>There are some limitations to this analysis. For example, babies and infants were grouped in the 1-17 age-group. This is a limitation because since babies and infants sleep more often than older children and adolescents, they can skew the average. Another limitation is that statistical significance was not tested. Therefore, it is unknown if the average sleeping hours by age-group is actually meaningful.</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4</dc:title>
  <dc:creator>Patrick Torralba</dc:creator>
  <cp:keywords/>
  <dcterms:created xsi:type="dcterms:W3CDTF">2026-03-08T18:11:36Z</dcterms:created>
  <dcterms:modified xsi:type="dcterms:W3CDTF">2026-03-08T18:11:36Z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PUBH 7462 - Assignment 4</vt:lpwstr>
  </property>
  <property fmtid="{D5CDD505-2E9C-101B-9397-08002B2CF9AE}" pid="12" name="toc-title">
    <vt:lpwstr>Table of contents</vt:lpwstr>
  </property>
</Properties>
</file>